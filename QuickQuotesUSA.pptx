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8" r:id="rId4"/>
    <p:sldId id="257" r:id="rId5"/>
    <p:sldId id="265" r:id="rId6"/>
    <p:sldId id="260" r:id="rId7"/>
    <p:sldId id="263" r:id="rId8"/>
    <p:sldId id="264" r:id="rId9"/>
    <p:sldId id="26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991D-E64F-2A93-AF0A-02A28A4B5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203" y="1009843"/>
            <a:ext cx="10448797" cy="2541431"/>
          </a:xfrm>
        </p:spPr>
        <p:txBody>
          <a:bodyPr/>
          <a:lstStyle/>
          <a:p>
            <a:r>
              <a:rPr lang="en-US" dirty="0" err="1"/>
              <a:t>QuickQuotesusa.com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77B72-43EE-5021-89B2-2EC48F8F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296" y="3429000"/>
            <a:ext cx="8637072" cy="977621"/>
          </a:xfrm>
        </p:spPr>
        <p:txBody>
          <a:bodyPr/>
          <a:lstStyle/>
          <a:p>
            <a:r>
              <a:rPr lang="en-US" dirty="0"/>
              <a:t>By Cameron Evon</a:t>
            </a:r>
          </a:p>
        </p:txBody>
      </p:sp>
    </p:spTree>
    <p:extLst>
      <p:ext uri="{BB962C8B-B14F-4D97-AF65-F5344CB8AC3E}">
        <p14:creationId xmlns:p14="http://schemas.microsoft.com/office/powerpoint/2010/main" val="391354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0351-A5D9-03D5-5C62-CCD8B077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QuickQuotesusa.com</a:t>
            </a:r>
            <a:r>
              <a:rPr lang="en-US" dirty="0"/>
              <a:t>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B716-9E6A-907A-6633-FE65CAB1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calling around, trying to find local companies, and whether they are reputable and reliable or not. </a:t>
            </a:r>
            <a:r>
              <a:rPr lang="en-US" dirty="0" err="1"/>
              <a:t>QuickQuotesUSA</a:t>
            </a:r>
            <a:r>
              <a:rPr lang="en-US" dirty="0"/>
              <a:t> Mission is to quickly and effectively help homeowners, commercial Managers, </a:t>
            </a:r>
            <a:r>
              <a:rPr lang="en-US" dirty="0" err="1"/>
              <a:t>etc</a:t>
            </a:r>
            <a:r>
              <a:rPr lang="en-US" dirty="0"/>
              <a:t>… find reputable companies in their area that are suited to their wants and needs. </a:t>
            </a:r>
          </a:p>
          <a:p>
            <a:r>
              <a:rPr lang="en-US" dirty="0" err="1"/>
              <a:t>QuickQuotesUSA</a:t>
            </a:r>
            <a:r>
              <a:rPr lang="en-US" dirty="0"/>
              <a:t> will offer their services via a social media style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9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141E-05F0-3EFE-9323-A92A6F48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page </a:t>
            </a:r>
            <a:br>
              <a:rPr lang="en-US" dirty="0"/>
            </a:br>
            <a:r>
              <a:rPr lang="en-US" dirty="0"/>
              <a:t>(home-owners/commercial managers page)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A7E6C-A8F1-0390-6430-B43B0930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home-owner/ will have a social media type profile, like Instagram. The app will use location services to make sure you are only set in touch with local contractors.</a:t>
            </a:r>
          </a:p>
          <a:p>
            <a:r>
              <a:rPr lang="en-US" dirty="0"/>
              <a:t>Can quickly make posts to the app with multiple pictures and a description, the app will also offer the </a:t>
            </a:r>
            <a:r>
              <a:rPr lang="en-US" dirty="0" err="1"/>
              <a:t>Iphone</a:t>
            </a:r>
            <a:r>
              <a:rPr lang="en-US" dirty="0"/>
              <a:t> measuring tool to quickly measure work areas</a:t>
            </a:r>
          </a:p>
          <a:p>
            <a:r>
              <a:rPr lang="en-US" dirty="0"/>
              <a:t>Like the contractor page the client page will also be rated by previous contractors.</a:t>
            </a:r>
          </a:p>
          <a:p>
            <a:r>
              <a:rPr lang="en-US" dirty="0"/>
              <a:t>Clients will have a page where they can organize their bids and quickly choose the best Company for their needs, this includes filters by Price, ratings, A-Z , etc.</a:t>
            </a:r>
          </a:p>
          <a:p>
            <a:r>
              <a:rPr lang="en-US" dirty="0"/>
              <a:t>Once the client has chosen a contractor, the contractor will receive a message via the app and the client and contractor can set a start date and begin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1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B3C-367D-BB81-D7BF-4DD77794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Clients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FDB25-05AA-CDC2-407F-39494F3A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2CE9-D9B7-627B-F019-B942B72B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0C14-44E1-2D25-EF8F-08A16319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8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1C0A-F347-81F7-D857-81DE59CB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page</a:t>
            </a:r>
            <a:br>
              <a:rPr lang="en-US" dirty="0"/>
            </a:br>
            <a:r>
              <a:rPr lang="en-US" dirty="0"/>
              <a:t>(contractors, handyman, business page)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5DEF5-E74D-DE3E-B75C-53B4D9203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Contractors page will be set up as a profile page as well, but can only make post of previous work completed.</a:t>
            </a:r>
          </a:p>
          <a:p>
            <a:r>
              <a:rPr lang="en-US" dirty="0"/>
              <a:t>Contractors will be able to surf through clients post (like an Instagram style system) and quickly make bids that’ll be sent to the client instantly. </a:t>
            </a:r>
          </a:p>
          <a:p>
            <a:r>
              <a:rPr lang="en-US" dirty="0"/>
              <a:t>The contractors page will have a rating system as well.</a:t>
            </a:r>
          </a:p>
        </p:txBody>
      </p:sp>
    </p:spTree>
    <p:extLst>
      <p:ext uri="{BB962C8B-B14F-4D97-AF65-F5344CB8AC3E}">
        <p14:creationId xmlns:p14="http://schemas.microsoft.com/office/powerpoint/2010/main" val="258774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13A1E-EA0B-00EC-7EDE-3336E5FC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Company Page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83A1B867-16C8-8E75-EF12-10B18BD15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0101" y="-11430"/>
            <a:ext cx="3446144" cy="61264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90BE6B-688A-A77A-D7AB-9E6B436EBF7D}"/>
              </a:ext>
            </a:extLst>
          </p:cNvPr>
          <p:cNvSpPr txBox="1"/>
          <p:nvPr/>
        </p:nvSpPr>
        <p:spPr>
          <a:xfrm>
            <a:off x="1162064" y="4452317"/>
            <a:ext cx="5520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Possible Rating by stars shown under description</a:t>
            </a:r>
          </a:p>
        </p:txBody>
      </p:sp>
    </p:spTree>
    <p:extLst>
      <p:ext uri="{BB962C8B-B14F-4D97-AF65-F5344CB8AC3E}">
        <p14:creationId xmlns:p14="http://schemas.microsoft.com/office/powerpoint/2010/main" val="470486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FF89-92AC-B5D7-8FF9-7A009BE2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Feed (companies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00BB6-72D6-FAB0-F209-3EC0DEF6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9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3B2-313B-7427-118A-07EF847B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ideas for </a:t>
            </a:r>
            <a:r>
              <a:rPr lang="en-US" dirty="0" err="1"/>
              <a:t>quickquotesusa.com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23E4-75C8-3935-79F3-654FC021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 1: </a:t>
            </a:r>
            <a:r>
              <a:rPr lang="en-US" dirty="0" err="1"/>
              <a:t>QuickQuotesUSA</a:t>
            </a:r>
            <a:r>
              <a:rPr lang="en-US" dirty="0"/>
              <a:t> will generate revenue via a small 5% commission off of each project price. For instants - $5,000 flooring job will be required to send a fee of $250 to </a:t>
            </a:r>
            <a:r>
              <a:rPr lang="en-US" dirty="0" err="1"/>
              <a:t>QuickQuotes</a:t>
            </a:r>
            <a:r>
              <a:rPr lang="en-US" dirty="0"/>
              <a:t>.</a:t>
            </a:r>
          </a:p>
          <a:p>
            <a:r>
              <a:rPr lang="en-US" dirty="0"/>
              <a:t>Idea 2: </a:t>
            </a:r>
            <a:r>
              <a:rPr lang="en-US" dirty="0" err="1"/>
              <a:t>QuickQuotesUSA</a:t>
            </a:r>
            <a:r>
              <a:rPr lang="en-US" dirty="0"/>
              <a:t> will generate revenue via bid limits from contractors. Contractor will be required to buy bids. For instants – buy 10 bids for $1.99 a month, 50 Bids for $5.99 a month, or unlimited bids for $9.99 a month.</a:t>
            </a:r>
          </a:p>
          <a:p>
            <a:r>
              <a:rPr lang="en-US" dirty="0"/>
              <a:t>Idea 3: </a:t>
            </a:r>
            <a:r>
              <a:rPr lang="en-US" dirty="0" err="1"/>
              <a:t>QuickQuotesUSA</a:t>
            </a:r>
            <a:r>
              <a:rPr lang="en-US" dirty="0"/>
              <a:t> will generate revenue via ads on the webpage and in the app. Cannot place a number due to many variables with ads and website/app activity.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E4EAC-DA93-7CB6-6032-079B26D3F33E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3302000" cy="647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154422578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1.99 to Submit 10 Estimats a month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078644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5.99 to submit 50 Estimates a month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81615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9.99 to submit unlimited Estimates a month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225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18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B3D0-9E20-3686-0CC6-7BD75157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goals for </a:t>
            </a:r>
            <a:r>
              <a:rPr lang="en-US" dirty="0" err="1"/>
              <a:t>Quickquotesusa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E907-7492-7614-0244-2D831BC8F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house financing for jobs, clients will be able to use company like affirm, to finance their projects.</a:t>
            </a:r>
          </a:p>
          <a:p>
            <a:r>
              <a:rPr lang="en-US" dirty="0" err="1"/>
              <a:t>Quickquotesusa</a:t>
            </a:r>
            <a:r>
              <a:rPr lang="en-US" dirty="0"/>
              <a:t> to be a 3</a:t>
            </a:r>
            <a:r>
              <a:rPr lang="en-US" baseline="30000" dirty="0"/>
              <a:t>rd</a:t>
            </a:r>
            <a:r>
              <a:rPr lang="en-US" dirty="0"/>
              <a:t> party money team that can assist in the money transactions from client to company to help prevent no shows, bad work, incomplete work,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108685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73</TotalTime>
  <Words>524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Helvetica Neue</vt:lpstr>
      <vt:lpstr>Gallery</vt:lpstr>
      <vt:lpstr>QuickQuotesusa.com</vt:lpstr>
      <vt:lpstr>QuickQuotesusa.com mission</vt:lpstr>
      <vt:lpstr>Client page  (home-owners/commercial managers page)</vt:lpstr>
      <vt:lpstr>Clients Page</vt:lpstr>
      <vt:lpstr>Client tools</vt:lpstr>
      <vt:lpstr>Company page (contractors, handyman, business page)</vt:lpstr>
      <vt:lpstr>Company Page</vt:lpstr>
      <vt:lpstr>Main Feed (companies view)</vt:lpstr>
      <vt:lpstr>Income ideas for quickquotesusa.com</vt:lpstr>
      <vt:lpstr>Long term goals for Quickquotesusa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QuickQuotesusa.com</dc:title>
  <dc:creator>cameron evon</dc:creator>
  <cp:lastModifiedBy>cameron evon</cp:lastModifiedBy>
  <cp:revision>1</cp:revision>
  <dcterms:created xsi:type="dcterms:W3CDTF">2025-01-07T20:37:00Z</dcterms:created>
  <dcterms:modified xsi:type="dcterms:W3CDTF">2025-01-07T21:51:00Z</dcterms:modified>
</cp:coreProperties>
</file>